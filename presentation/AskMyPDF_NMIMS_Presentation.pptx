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ask a question about any PDF and get the exact answer back, with the page it came from. Stress 'extractive' — the model copies text from the document, it does not generate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read the eight headings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 answer' behaviour is deliberate: the models are trained on SQuAD 2.0, which contains unanswerable questions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technical slide — walk left to right, then explain the two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Examiners usually ask 'where exactly is the NLP?' — this slide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a large language model: this is extractive, runs offline, cites its source and cannot hallucinate.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here if the laptop allows: pick the sample PDF, ask the Kasparov question, show the highlighted source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story in the project: a failure that looks like the model's fault but is really the file format's, diagnosed and worked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the limitations — stating precisely where the system fails, with numbers, is what separates a tested project from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takeaways, give the repository link,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48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AskMyPDF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906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Extractive Question Answering over PDF Documents using Transformers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Natural Language Processing — Mini Project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0000"/>
                </a:solidFill>
              </a:rPr>
              <a:t>Hugging Face Transformers  ·  RoBERTa &amp; XLM-RoBERTa  ·  Streamlit  ·  EasyOCR</a:t>
            </a:r>
            <a:endParaRPr lang="en-US" sz="1250" dirty="0"/>
          </a:p>
        </p:txBody>
      </p:sp>
      <p:pic>
        <p:nvPicPr>
          <p:cNvPr id="10" name="Image 1" descr="D:\nlp_project\presentation\assets\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57800"/>
            <a:ext cx="3566160" cy="7863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00784" y="5961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</a:rPr>
              <a:t>HYDERABAD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5349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Team Members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G. Vikram  —  70572300022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B. Dhanush  —  70022300509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349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Mentor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Niladri Sath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/ Contents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agenda-0"/>
          <p:cNvSpPr/>
          <p:nvPr/>
        </p:nvSpPr>
        <p:spPr>
          <a:xfrm>
            <a:off x="548640" y="1618488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badge-1"/>
          <p:cNvSpPr/>
          <p:nvPr/>
        </p:nvSpPr>
        <p:spPr>
          <a:xfrm>
            <a:off x="777240" y="1892808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7739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21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why searching a PDF by hand fails</a:t>
            </a:r>
            <a:endParaRPr lang="en-US" sz="1150" dirty="0"/>
          </a:p>
        </p:txBody>
      </p:sp>
      <p:sp>
        <p:nvSpPr>
          <p:cNvPr id="12" name="agenda-1"/>
          <p:cNvSpPr/>
          <p:nvPr/>
        </p:nvSpPr>
        <p:spPr>
          <a:xfrm>
            <a:off x="6263640" y="1618488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badge-2"/>
          <p:cNvSpPr/>
          <p:nvPr/>
        </p:nvSpPr>
        <p:spPr>
          <a:xfrm>
            <a:off x="6492240" y="1892808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17739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121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what the system must do</a:t>
            </a:r>
            <a:endParaRPr lang="en-US" sz="1150" dirty="0"/>
          </a:p>
        </p:txBody>
      </p:sp>
      <p:sp>
        <p:nvSpPr>
          <p:cNvPr id="17" name="agenda-2"/>
          <p:cNvSpPr/>
          <p:nvPr/>
        </p:nvSpPr>
        <p:spPr>
          <a:xfrm>
            <a:off x="548640" y="2734056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badge-3"/>
          <p:cNvSpPr/>
          <p:nvPr/>
        </p:nvSpPr>
        <p:spPr>
          <a:xfrm>
            <a:off x="777240" y="3008376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28895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System Architecture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236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PDF → text → chunks → model → answer</a:t>
            </a:r>
            <a:endParaRPr lang="en-US" sz="1150" dirty="0"/>
          </a:p>
        </p:txBody>
      </p:sp>
      <p:sp>
        <p:nvSpPr>
          <p:cNvPr id="22" name="agenda-3"/>
          <p:cNvSpPr/>
          <p:nvPr/>
        </p:nvSpPr>
        <p:spPr>
          <a:xfrm>
            <a:off x="6263640" y="2734056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badge-4"/>
          <p:cNvSpPr/>
          <p:nvPr/>
        </p:nvSpPr>
        <p:spPr>
          <a:xfrm>
            <a:off x="6492240" y="3008376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28895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NLP Concepts Applied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3236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tokenization, chunking, span prediction</a:t>
            </a:r>
            <a:endParaRPr lang="en-US" sz="1150" dirty="0"/>
          </a:p>
        </p:txBody>
      </p:sp>
      <p:sp>
        <p:nvSpPr>
          <p:cNvPr id="27" name="agenda-4"/>
          <p:cNvSpPr/>
          <p:nvPr/>
        </p:nvSpPr>
        <p:spPr>
          <a:xfrm>
            <a:off x="548640" y="3849624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badge-5"/>
          <p:cNvSpPr/>
          <p:nvPr/>
        </p:nvSpPr>
        <p:spPr>
          <a:xfrm>
            <a:off x="777240" y="4123944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325880" y="4005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Models &amp; Hugging Face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43525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RoBERTa and XLM-RoBERTa on SQuAD 2.0</a:t>
            </a:r>
            <a:endParaRPr lang="en-US" sz="1150" dirty="0"/>
          </a:p>
        </p:txBody>
      </p:sp>
      <p:sp>
        <p:nvSpPr>
          <p:cNvPr id="32" name="agenda-5"/>
          <p:cNvSpPr/>
          <p:nvPr/>
        </p:nvSpPr>
        <p:spPr>
          <a:xfrm>
            <a:off x="6263640" y="3849624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badge-6"/>
          <p:cNvSpPr/>
          <p:nvPr/>
        </p:nvSpPr>
        <p:spPr>
          <a:xfrm>
            <a:off x="6492240" y="4123944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040880" y="4005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040880" y="43525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modules, interface, technology stack</a:t>
            </a:r>
            <a:endParaRPr lang="en-US" sz="1150" dirty="0"/>
          </a:p>
        </p:txBody>
      </p:sp>
      <p:sp>
        <p:nvSpPr>
          <p:cNvPr id="37" name="agenda-6"/>
          <p:cNvSpPr/>
          <p:nvPr/>
        </p:nvSpPr>
        <p:spPr>
          <a:xfrm>
            <a:off x="548640" y="4965192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badge-7"/>
          <p:cNvSpPr/>
          <p:nvPr/>
        </p:nvSpPr>
        <p:spPr>
          <a:xfrm>
            <a:off x="777240" y="5239512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325880" y="51206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Multilingual Support &amp; OCR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5468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~100 languages, scanned books</a:t>
            </a:r>
            <a:endParaRPr lang="en-US" sz="1150" dirty="0"/>
          </a:p>
        </p:txBody>
      </p:sp>
      <p:sp>
        <p:nvSpPr>
          <p:cNvPr id="42" name="agenda-7"/>
          <p:cNvSpPr/>
          <p:nvPr/>
        </p:nvSpPr>
        <p:spPr>
          <a:xfrm>
            <a:off x="6263640" y="4965192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badge-8"/>
          <p:cNvSpPr/>
          <p:nvPr/>
        </p:nvSpPr>
        <p:spPr>
          <a:xfrm>
            <a:off x="6492240" y="5239512"/>
            <a:ext cx="402336" cy="4023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9224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040880" y="51206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Results, Limitations, Conclusion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7040880" y="5468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what works and what does not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29968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Finding one fact in a long document means reading all of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Ctrl+F only works if you guess the author's exact words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Scanned books hold no searchable text at all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Indian-language and other non-English PDFs are served worst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04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61688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Answer a plain-language question from any PDF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Show confidence and the exact source passage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Handle long documents, many languages and scanned pages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Say “no answer” instead of guessing</a:t>
            </a:r>
            <a:endParaRPr lang="en-US" sz="1400" dirty="0"/>
          </a:p>
        </p:txBody>
      </p:sp>
      <p:sp>
        <p:nvSpPr>
          <p:cNvPr id="11" name="example"/>
          <p:cNvSpPr/>
          <p:nvPr/>
        </p:nvSpPr>
        <p:spPr>
          <a:xfrm>
            <a:off x="6400800" y="1572768"/>
            <a:ext cx="5212080" cy="4617720"/>
          </a:xfrm>
          <a:prstGeom prst="roundRect">
            <a:avLst>
              <a:gd name="adj" fmla="val 118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1801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139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</a:rPr>
              <a:t>“Which computer defeated Garry Kasparov in 1997?”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Document: 3 pages, 1,354 words</a:t>
            </a:r>
            <a:endParaRPr lang="en-US" sz="1200" dirty="0"/>
          </a:p>
        </p:txBody>
      </p:sp>
      <p:sp>
        <p:nvSpPr>
          <p:cNvPr id="15" name="answer-chip"/>
          <p:cNvSpPr/>
          <p:nvPr/>
        </p:nvSpPr>
        <p:spPr>
          <a:xfrm>
            <a:off x="6720840" y="321868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218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Deep Blue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39959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</a:rPr>
              <a:t>Confidence: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76.7%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</a:rPr>
              <a:t>Source: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chunk 3 of 4, pages 2–3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50017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The answer is copied from the document — the model cannot invent a fact, and it returns nothing when the document does not contain 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arch-0"/>
          <p:cNvSpPr/>
          <p:nvPr/>
        </p:nvSpPr>
        <p:spPr>
          <a:xfrm>
            <a:off x="566928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badge-1"/>
          <p:cNvSpPr/>
          <p:nvPr/>
        </p:nvSpPr>
        <p:spPr>
          <a:xfrm>
            <a:off x="1261872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6187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PDF input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Uploaded in the browser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322576" y="2596896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➤</a:t>
            </a:r>
            <a:endParaRPr lang="en-US" sz="1100" dirty="0"/>
          </a:p>
        </p:txBody>
      </p:sp>
      <p:sp>
        <p:nvSpPr>
          <p:cNvPr id="13" name="arch-1"/>
          <p:cNvSpPr/>
          <p:nvPr/>
        </p:nvSpPr>
        <p:spPr>
          <a:xfrm>
            <a:off x="2478024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badge-2"/>
          <p:cNvSpPr/>
          <p:nvPr/>
        </p:nvSpPr>
        <p:spPr>
          <a:xfrm>
            <a:off x="3172968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72968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569464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Text extraction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569464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pdfplumber, PyPDF2 fallback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33672" y="2596896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➤</a:t>
            </a:r>
            <a:endParaRPr lang="en-US" sz="1100" dirty="0"/>
          </a:p>
        </p:txBody>
      </p:sp>
      <p:sp>
        <p:nvSpPr>
          <p:cNvPr id="19" name="arch-2"/>
          <p:cNvSpPr/>
          <p:nvPr/>
        </p:nvSpPr>
        <p:spPr>
          <a:xfrm>
            <a:off x="4389120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badge-3"/>
          <p:cNvSpPr/>
          <p:nvPr/>
        </p:nvSpPr>
        <p:spPr>
          <a:xfrm>
            <a:off x="5084064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84064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Scanned check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If image → OCR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144768" y="2596896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➤</a:t>
            </a:r>
            <a:endParaRPr lang="en-US" sz="1100" dirty="0"/>
          </a:p>
        </p:txBody>
      </p:sp>
      <p:sp>
        <p:nvSpPr>
          <p:cNvPr id="25" name="arch-3"/>
          <p:cNvSpPr/>
          <p:nvPr/>
        </p:nvSpPr>
        <p:spPr>
          <a:xfrm>
            <a:off x="6300216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adge-4"/>
          <p:cNvSpPr/>
          <p:nvPr/>
        </p:nvSpPr>
        <p:spPr>
          <a:xfrm>
            <a:off x="6995160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9516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Chunking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391656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Overlapping, token-sized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055864" y="2596896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➤</a:t>
            </a:r>
            <a:endParaRPr lang="en-US" sz="1100" dirty="0"/>
          </a:p>
        </p:txBody>
      </p:sp>
      <p:sp>
        <p:nvSpPr>
          <p:cNvPr id="31" name="arch-4"/>
          <p:cNvSpPr/>
          <p:nvPr/>
        </p:nvSpPr>
        <p:spPr>
          <a:xfrm>
            <a:off x="8211312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adge-5"/>
          <p:cNvSpPr/>
          <p:nvPr/>
        </p:nvSpPr>
        <p:spPr>
          <a:xfrm>
            <a:off x="8906256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06256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302752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QA model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302752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Each chunk read with the question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966960" y="2596896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➤</a:t>
            </a:r>
            <a:endParaRPr lang="en-US" sz="1100" dirty="0"/>
          </a:p>
        </p:txBody>
      </p:sp>
      <p:sp>
        <p:nvSpPr>
          <p:cNvPr id="37" name="arch-5"/>
          <p:cNvSpPr/>
          <p:nvPr/>
        </p:nvSpPr>
        <p:spPr>
          <a:xfrm>
            <a:off x="10122408" y="1883664"/>
            <a:ext cx="1755648" cy="1737360"/>
          </a:xfrm>
          <a:prstGeom prst="roundRect">
            <a:avLst>
              <a:gd name="adj" fmla="val 315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badge-6"/>
          <p:cNvSpPr/>
          <p:nvPr/>
        </p:nvSpPr>
        <p:spPr>
          <a:xfrm>
            <a:off x="10817352" y="170078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81735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0213848" y="2295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Best answer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10213848" y="2706624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Ranked, with its source</a:t>
            </a:r>
            <a:endParaRPr lang="en-US" sz="1100" dirty="0"/>
          </a:p>
        </p:txBody>
      </p:sp>
      <p:sp>
        <p:nvSpPr>
          <p:cNvPr id="42" name="note-chunk"/>
          <p:cNvSpPr/>
          <p:nvPr/>
        </p:nvSpPr>
        <p:spPr>
          <a:xfrm>
            <a:off x="566928" y="3941064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DF2F2"/>
          </a:solidFill>
          <a:ln w="12700">
            <a:solidFill>
              <a:srgbClr val="EFC9C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41248" y="4123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0000"/>
                </a:solidFill>
              </a:rPr>
              <a:t>Why chunking is necessary</a:t>
            </a:r>
            <a:endParaRPr lang="en-US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841248" y="448970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 transformer reads at most 512 tokens at once — about 400 English words. A 10,000-word document is cut into overlapping chunks, and every chunk is asked the same question.</a:t>
            </a:r>
            <a:endParaRPr lang="en-US" sz="1200" dirty="0"/>
          </a:p>
        </p:txBody>
      </p:sp>
      <p:sp>
        <p:nvSpPr>
          <p:cNvPr id="45" name="note-rank"/>
          <p:cNvSpPr/>
          <p:nvPr/>
        </p:nvSpPr>
        <p:spPr>
          <a:xfrm>
            <a:off x="6309360" y="3941064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83680" y="41239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0000"/>
                </a:solidFill>
              </a:rPr>
              <a:t>How the best chunk is chosen</a:t>
            </a:r>
            <a:endParaRPr lang="en-US" sz="1450" dirty="0"/>
          </a:p>
        </p:txBody>
      </p:sp>
      <p:sp>
        <p:nvSpPr>
          <p:cNvPr id="47" name="Text 44"/>
          <p:cNvSpPr txBox="1"/>
          <p:nvPr/>
        </p:nvSpPr>
        <p:spPr>
          <a:xfrm>
            <a:off x="6583680" y="448970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Each chunk also scores “no answer here”. Ranking by (answer score − no-answer score) makes chunks comparable — a raw score only means something inside its own chunk.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632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</a:rPr>
              <a:t>Modules:  pdf_extractor.py  →  ocr.py  →  chunker.py  →  qa_engine.py  →  app.py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Concepts Applied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nlp-0"/>
          <p:cNvSpPr/>
          <p:nvPr/>
        </p:nvSpPr>
        <p:spPr>
          <a:xfrm>
            <a:off x="566928" y="1572768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737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Extractive question answering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The model predicts where the answer starts and ends, and returns that span — it never generates text.</a:t>
            </a:r>
            <a:endParaRPr lang="en-US" sz="1200" dirty="0"/>
          </a:p>
        </p:txBody>
      </p:sp>
      <p:sp>
        <p:nvSpPr>
          <p:cNvPr id="10" name="nlp-1"/>
          <p:cNvSpPr/>
          <p:nvPr/>
        </p:nvSpPr>
        <p:spPr>
          <a:xfrm>
            <a:off x="6309360" y="1572768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737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Sub-word tokenization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BPE and SentencePiece split words into pieces. Measured: ~1.2 tokens per word in English, ~2.7 in Telugu.</a:t>
            </a:r>
            <a:endParaRPr lang="en-US" sz="1200" dirty="0"/>
          </a:p>
        </p:txBody>
      </p:sp>
      <p:sp>
        <p:nvSpPr>
          <p:cNvPr id="13" name="nlp-2"/>
          <p:cNvSpPr/>
          <p:nvPr/>
        </p:nvSpPr>
        <p:spPr>
          <a:xfrm>
            <a:off x="566928" y="3145536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33101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Context window &amp; chunking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6758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512 tokens maximum, so documents are split into overlapping windows sized from the measured token ratio.</a:t>
            </a:r>
            <a:endParaRPr lang="en-US" sz="1200" dirty="0"/>
          </a:p>
        </p:txBody>
      </p:sp>
      <p:sp>
        <p:nvSpPr>
          <p:cNvPr id="16" name="nlp-3"/>
          <p:cNvSpPr/>
          <p:nvPr/>
        </p:nvSpPr>
        <p:spPr>
          <a:xfrm>
            <a:off x="6309360" y="3145536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3101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Overlap between chunks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6758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Chunks share 50 words so an answer on a boundary stays whole in at least one of them.</a:t>
            </a:r>
            <a:endParaRPr lang="en-US" sz="1200" dirty="0"/>
          </a:p>
        </p:txBody>
      </p:sp>
      <p:sp>
        <p:nvSpPr>
          <p:cNvPr id="19" name="nlp-4"/>
          <p:cNvSpPr/>
          <p:nvPr/>
        </p:nvSpPr>
        <p:spPr>
          <a:xfrm>
            <a:off x="566928" y="4718304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48828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Unanswerable questions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841248" y="52486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Trained on SQuAD 2.0, the model can decline; that null score also makes chunks comparable.</a:t>
            </a:r>
            <a:endParaRPr lang="en-US" sz="1200" dirty="0"/>
          </a:p>
        </p:txBody>
      </p:sp>
      <p:sp>
        <p:nvSpPr>
          <p:cNvPr id="22" name="nlp-5"/>
          <p:cNvSpPr/>
          <p:nvPr/>
        </p:nvSpPr>
        <p:spPr>
          <a:xfrm>
            <a:off x="6309360" y="4718304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48828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</a:rPr>
              <a:t>Cross-lingual transfer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52486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Fine-tuned for QA in English only, yet answers in ~100 languages — zero-shot transfer.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Hugging Face Integration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model-0"/>
          <p:cNvSpPr/>
          <p:nvPr/>
        </p:nvSpPr>
        <p:spPr>
          <a:xfrm>
            <a:off x="566928" y="1572768"/>
            <a:ext cx="5266944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</a:rPr>
              <a:t>Default — English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029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deepset/roberta-base-squad2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4688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493008" y="2468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124 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2834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Languages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834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English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2004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SQuAD 2.0 score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32004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82.95 F1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5661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Speed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93008" y="35661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≈ 0.2 s per chunk</a:t>
            </a:r>
            <a:endParaRPr lang="en-US" sz="1200" dirty="0"/>
          </a:p>
        </p:txBody>
      </p:sp>
      <p:sp>
        <p:nvSpPr>
          <p:cNvPr id="18" name="model-1"/>
          <p:cNvSpPr/>
          <p:nvPr/>
        </p:nvSpPr>
        <p:spPr>
          <a:xfrm>
            <a:off x="6355080" y="1572768"/>
            <a:ext cx="5266944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</a:rPr>
              <a:t>Multilingual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2029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deepset/xlm-roberta-large-squad2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24688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560 M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2834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Languages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281160" y="2834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~100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32004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Fine-tuned on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81160" y="32004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SQuAD 2.0 (English)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35661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Size on disk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81160" y="35661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≈ 2.2 GB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2702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library is used</a:t>
            </a:r>
            <a:endParaRPr lang="en-US" sz="1900" dirty="0"/>
          </a:p>
        </p:txBody>
      </p:sp>
      <p:sp>
        <p:nvSpPr>
          <p:cNvPr id="30" name="code"/>
          <p:cNvSpPr/>
          <p:nvPr/>
        </p:nvSpPr>
        <p:spPr>
          <a:xfrm>
            <a:off x="566928" y="4681728"/>
            <a:ext cx="5266944" cy="9144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48188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pipeline("question-answering",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model="deepset/roberta-base-squad2")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55080" y="4681728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Model details fetched live from the Hugging Face Hub API and shown in the app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Runs locally, or on Hugging Face's hosted Inference API with a token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RoBERTa chosen over BERT: same size, pre-trained on ~10× more text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Technology Stack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7" name="Image 1" descr="D:\nlp_project\docs\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675120" cy="40599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56875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5959"/>
                </a:solidFill>
              </a:rPr>
              <a:t>Streamlit web interface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572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0482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pdf_extractor.py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601200" y="20482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PDF → text, column handling, repairs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5237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ocr.py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601200" y="25237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scanned pages → text with EasyOCR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9992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chunker.py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0" y="29992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overlapping, token-sized chunks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34747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qa_engine.py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0" y="34747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the model, scoring, selection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0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interface only, no NLP logic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0" y="44988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49103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Python 3.10 · Hugging Face transformers · PyTorch (CUDA) · Streamlit · pdfplumber · PyPDF2 · EasyOCR · pypdfium2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Support &amp; OCR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languages tested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401568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45/55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questions correct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236208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Indian-language questions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070848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15/22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9070848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scheduled Indian languages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2807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100% correct: English, French, Spanish, German, Portuguese, Russian, Turkish, Chinese, Japanese, Korean, Arabic, Urdu, Sindhi, Hindi, Tamil, Punjabi</a:t>
            </a:r>
            <a:endParaRPr lang="en-US" sz="1250" dirty="0"/>
          </a:p>
        </p:txBody>
      </p:sp>
      <p:sp>
        <p:nvSpPr>
          <p:cNvPr id="16" name="indic"/>
          <p:cNvSpPr/>
          <p:nvPr/>
        </p:nvSpPr>
        <p:spPr>
          <a:xfrm>
            <a:off x="566928" y="3401568"/>
            <a:ext cx="5486400" cy="1783080"/>
          </a:xfrm>
          <a:prstGeom prst="roundRect">
            <a:avLst>
              <a:gd name="adj" fmla="val 3077"/>
            </a:avLst>
          </a:prstGeom>
          <a:solidFill>
            <a:srgbClr val="FDF2F2"/>
          </a:solidFill>
          <a:ln w="12700">
            <a:solidFill>
              <a:srgbClr val="EFC9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0000"/>
                </a:solidFill>
              </a:rPr>
              <a:t>Where it struggles — and why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9319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In Telugu, Kannada and Bengali one question failed each — the one whose answer holds a conjunct letter. The PDF stores it as a single glyph with no mapping back to Unicode, so ఆగ్రా arrives as ఆ. It is a PDF limitation, not a model limitation.</a:t>
            </a:r>
            <a:endParaRPr lang="en-US" sz="1150" dirty="0"/>
          </a:p>
        </p:txBody>
      </p:sp>
      <p:sp>
        <p:nvSpPr>
          <p:cNvPr id="19" name="ocr"/>
          <p:cNvSpPr/>
          <p:nvPr/>
        </p:nvSpPr>
        <p:spPr>
          <a:xfrm>
            <a:off x="6309360" y="3401568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0000"/>
                </a:solidFill>
              </a:rPr>
              <a:t>OCR reads what the text layer cannot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931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 39-page scanned Telugu book held 10 words of text — a watermark. Rendering the pages as images and running EasyOCR recovered 2,681 words, and the questions were answered in Telugu and in English. Telugu, Kannada and Bengali go 1/2 → 2/2.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Testing &amp; Limitations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29968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What was tested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Automated tests (unit + end-to-end + UI)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48 pass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English sample questions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 / 7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Indian-language questions (clean text)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25 / 25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26-language PDF test set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 / 55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Dense research papers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≈ 4 / 10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" y="45902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</a:rPr>
              <a:t>Tests cover chunk overlap, the extractor fallback, scanned-PDF detection, every error path, and questions that must return “no answer”.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5727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2029968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Extractive only — no summarising, counting or arithmetic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Reads one chunk at a time, so facts spread across distant pages cannot be joined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Tables and complex layouts arrive as flat rows of digits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Answers stay in the document's language (no translation step)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No OCR model for Gujarati, Malayalam, Odia or Punjabi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Multilingual model needs ~2.5 GB free memory; OCR ~20 s per page on CPU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logo-box"/>
          <p:cNvSpPr/>
          <p:nvPr/>
        </p:nvSpPr>
        <p:spPr>
          <a:xfrm>
            <a:off x="73152" y="155448"/>
            <a:ext cx="2395728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4" name="Image 0" descr="D:\nlp_project\presentation\assets\nmims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29184"/>
            <a:ext cx="2121408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91440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500" dirty="0"/>
          </a:p>
        </p:txBody>
      </p:sp>
      <p:sp>
        <p:nvSpPr>
          <p:cNvPr id="6" name="bottom-bar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11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 working question-answering system over PDF documents: it locates the answer inside the document, reports how confident it is, and shows the page it came from — across ~100 languages and on scanned books.</a:t>
            </a:r>
            <a:endParaRPr lang="en-US" sz="1400" dirty="0"/>
          </a:p>
        </p:txBody>
      </p:sp>
      <p:sp>
        <p:nvSpPr>
          <p:cNvPr id="9" name="take-0"/>
          <p:cNvSpPr/>
          <p:nvPr/>
        </p:nvSpPr>
        <p:spPr>
          <a:xfrm>
            <a:off x="566928" y="2807208"/>
            <a:ext cx="3584448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Chunking shapes everything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55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The 512-token limit drives every design decision in the pipeline</a:t>
            </a:r>
            <a:endParaRPr lang="en-US" sz="1150" dirty="0"/>
          </a:p>
        </p:txBody>
      </p:sp>
      <p:sp>
        <p:nvSpPr>
          <p:cNvPr id="12" name="take-1"/>
          <p:cNvSpPr/>
          <p:nvPr/>
        </p:nvSpPr>
        <p:spPr>
          <a:xfrm>
            <a:off x="4315968" y="2807208"/>
            <a:ext cx="3584448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Extraction is half the battle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355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Most wrong answers came from bad text, not from a bad model</a:t>
            </a:r>
            <a:endParaRPr lang="en-US" sz="1150" dirty="0"/>
          </a:p>
        </p:txBody>
      </p:sp>
      <p:sp>
        <p:nvSpPr>
          <p:cNvPr id="15" name="take-2"/>
          <p:cNvSpPr/>
          <p:nvPr/>
        </p:nvSpPr>
        <p:spPr>
          <a:xfrm>
            <a:off x="8065008" y="2807208"/>
            <a:ext cx="3584448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Confidence must be earned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3355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Comparing chunks needs the margin over saying nothing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361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4773168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Translate the extracted answer into the question's language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Batch chunks on the GPU for faster answering on long documents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Add Tesseract OCR for Gujarati, Malayalam, Odia, Punjabi and Tamil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</a:rPr>
              <a:t>Table-aware extraction so numeric questions work on research papers</a:t>
            </a:r>
            <a:endParaRPr lang="en-US" sz="1250" dirty="0"/>
          </a:p>
        </p:txBody>
      </p:sp>
      <p:sp>
        <p:nvSpPr>
          <p:cNvPr id="20" name="repo"/>
          <p:cNvSpPr/>
          <p:nvPr/>
        </p:nvSpPr>
        <p:spPr>
          <a:xfrm>
            <a:off x="7863840" y="4773168"/>
            <a:ext cx="3767328" cy="1234440"/>
          </a:xfrm>
          <a:prstGeom prst="roundRect">
            <a:avLst>
              <a:gd name="adj" fmla="val 4444"/>
            </a:avLst>
          </a:prstGeom>
          <a:solidFill>
            <a:srgbClr val="FDF2F2"/>
          </a:solidFill>
          <a:ln w="12700">
            <a:solidFill>
              <a:srgbClr val="EFC9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4937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</a:rPr>
              <a:t>Project repository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230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github.com/Vikram5002/AskMyPDF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NMIMS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AskMyPDF - Extractive Question Answering over PDFs</dc:title>
  <dc:subject>PptxGenJS Presentation</dc:subject>
  <dc:creator>PptxGenJS</dc:creator>
  <cp:lastModifiedBy>PptxGenJS</cp:lastModifiedBy>
  <cp:revision>1</cp:revision>
  <dcterms:created xsi:type="dcterms:W3CDTF">2026-10-26T14:47:21Z</dcterms:created>
  <dcterms:modified xsi:type="dcterms:W3CDTF">2026-10-26T14:47:21Z</dcterms:modified>
</cp:coreProperties>
</file>